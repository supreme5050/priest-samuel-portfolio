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658368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13E6D0"/>
          </a:solidFill>
          <a:ln w="12700">
            <a:solidFill>
              <a:srgbClr val="13E6D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745236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WORKING MOBILE MVP // NAVIGATION, COMMERCE &amp; LOCAL DELIVERY</a:t>
            </a:r>
          </a:p>
        </p:txBody>
      </p:sp>
      <p:sp>
        <p:nvSpPr>
          <p:cNvPr id="9" name="Text 7"/>
          <p:cNvSpPr/>
          <p:nvPr/>
        </p:nvSpPr>
        <p:spPr>
          <a:xfrm>
            <a:off x="685800" y="1143000"/>
            <a:ext cx="5577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5FFFC"/>
                </a:solidFill>
              </a:rPr>
              <a:t>Redemption City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FFC"/>
                </a:solidFill>
              </a:rPr>
              <a:t>Navigator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13232" y="2880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 mobile-first platform that helps people find places, access services, order locally and move with confidence inside Redemption City.</a:t>
            </a:r>
          </a:p>
        </p:txBody>
      </p:sp>
      <p:sp>
        <p:nvSpPr>
          <p:cNvPr id="11" name="Shape 9"/>
          <p:cNvSpPr/>
          <p:nvPr/>
        </p:nvSpPr>
        <p:spPr>
          <a:xfrm>
            <a:off x="713232" y="3977640"/>
            <a:ext cx="4206240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42519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Built for residents, worshippers, visitors, vendors and service teams who need a simple, reliable way to navigate and transact inside camp.</a:t>
            </a:r>
          </a:p>
        </p:txBody>
      </p:sp>
      <p:sp>
        <p:nvSpPr>
          <p:cNvPr id="13" name="Shape 11"/>
          <p:cNvSpPr/>
          <p:nvPr/>
        </p:nvSpPr>
        <p:spPr>
          <a:xfrm>
            <a:off x="7543800" y="594360"/>
            <a:ext cx="2743200" cy="5486400"/>
          </a:xfrm>
          <a:prstGeom prst="roundRect">
            <a:avLst>
              <a:gd name="adj" fmla="val 8000"/>
            </a:avLst>
          </a:prstGeom>
          <a:solidFill>
            <a:srgbClr val="101614"/>
          </a:solidFill>
          <a:ln w="19050">
            <a:solidFill>
              <a:srgbClr val="315F5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08392" y="804672"/>
            <a:ext cx="2414016" cy="5065776"/>
          </a:xfrm>
          <a:prstGeom prst="roundRect">
            <a:avLst>
              <a:gd name="adj" fmla="val 5303"/>
            </a:avLst>
          </a:prstGeom>
          <a:solidFill>
            <a:srgbClr val="0A1915"/>
          </a:solidFill>
          <a:ln w="10160">
            <a:solidFill>
              <a:srgbClr val="1A3A34"/>
            </a:solidFill>
            <a:prstDash val="solid"/>
          </a:ln>
        </p:spPr>
        <p:txBody>
          <a:bodyPr/>
          <a:p/>
        </p:txBody>
      </p:sp>
      <p:pic>
        <p:nvPicPr>
          <p:cNvPr id="15" name="Image 0" descr="/mnt/data/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822960"/>
            <a:ext cx="2377440" cy="5029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119872" y="5742432"/>
            <a:ext cx="1591056" cy="73152"/>
          </a:xfrm>
          <a:prstGeom prst="roundRect">
            <a:avLst>
              <a:gd name="adj" fmla="val 50000"/>
            </a:avLst>
          </a:prstGeom>
          <a:solidFill>
            <a:srgbClr val="E9FFFB"/>
          </a:solidFill>
          <a:ln w="12700">
            <a:solidFill>
              <a:srgbClr val="E9FFF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13232" y="5166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200+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13232" y="5760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location records and route references for offline-first discovery</a:t>
            </a:r>
          </a:p>
        </p:txBody>
      </p:sp>
      <p:sp>
        <p:nvSpPr>
          <p:cNvPr id="19" name="Text 16"/>
          <p:cNvSpPr/>
          <p:nvPr/>
        </p:nvSpPr>
        <p:spPr>
          <a:xfrm>
            <a:off x="3657600" y="5166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4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657600" y="5760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service pillars: navigate, stay, buy, deliver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Finding your way inside camp should not depend on guesswork.</a:t>
            </a:r>
          </a:p>
        </p:txBody>
      </p:sp>
      <p:sp>
        <p:nvSpPr>
          <p:cNvPr id="9" name="Text 7"/>
          <p:cNvSpPr/>
          <p:nvPr/>
        </p:nvSpPr>
        <p:spPr>
          <a:xfrm>
            <a:off x="713232" y="19659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Redemption City is large, active and constantly moving. Visitors and residents need a reliable way to find roads, chalets, churches, vendors and essential services without depending on repeated verbal directions.</a:t>
            </a:r>
          </a:p>
        </p:txBody>
      </p:sp>
      <p:sp>
        <p:nvSpPr>
          <p:cNvPr id="10" name="Shape 8"/>
          <p:cNvSpPr/>
          <p:nvPr/>
        </p:nvSpPr>
        <p:spPr>
          <a:xfrm>
            <a:off x="6766560" y="960120"/>
            <a:ext cx="4480560" cy="4160520"/>
          </a:xfrm>
          <a:prstGeom prst="roundRect">
            <a:avLst>
              <a:gd name="adj" fmla="val 2637"/>
            </a:avLst>
          </a:prstGeom>
          <a:solidFill>
            <a:srgbClr val="071B17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78040" y="4389120"/>
            <a:ext cx="3383280" cy="-2651760"/>
          </a:xfrm>
          <a:prstGeom prst="line">
            <a:avLst/>
          </a:prstGeom>
          <a:noFill/>
          <a:ln w="50800">
            <a:solidFill>
              <a:srgbClr val="13E6D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406640" y="1691640"/>
            <a:ext cx="3108960" cy="2468880"/>
          </a:xfrm>
          <a:prstGeom prst="line">
            <a:avLst/>
          </a:prstGeom>
          <a:noFill/>
          <a:ln w="50800">
            <a:solidFill>
              <a:srgbClr val="F6B73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0" y="3063240"/>
            <a:ext cx="2834640" cy="0"/>
          </a:xfrm>
          <a:prstGeom prst="line">
            <a:avLst/>
          </a:prstGeom>
          <a:noFill/>
          <a:ln w="50800">
            <a:solidFill>
              <a:srgbClr val="F0443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132320" y="1417320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32904" y="15270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15544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FFC"/>
                </a:solidFill>
              </a:rPr>
              <a:t>Ask strangers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2130552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6B73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32904" y="2240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73C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22677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FFC"/>
                </a:solidFill>
              </a:rPr>
              <a:t>Miss roads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0" y="28437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0443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232904" y="29535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4438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18120" y="2980944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FFC"/>
                </a:solidFill>
              </a:rPr>
              <a:t>Waste time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32320" y="35570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232904" y="36667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18120" y="3694176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FFC"/>
                </a:solidFill>
              </a:rPr>
              <a:t>Unclear vendors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3232" y="3246120"/>
            <a:ext cx="52120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• Visitors spend time asking for directions instead of moving with confidence.</a:t>
            </a:r>
          </a:p>
          <a:p>
            <a:r>
              <a:t>• Chalets, churches, vendors and facilities are not always easy to discover quickly.</a:t>
            </a:r>
          </a:p>
          <a:p>
            <a:r>
              <a:t>• Sunday movement creates pressure when transport options are limited.</a:t>
            </a:r>
          </a:p>
          <a:p>
            <a:r>
              <a:t>• Local vendors need a structured way to receive orders and deliver to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 practical digital guide for movement, services and local commerce.</a:t>
            </a:r>
          </a:p>
        </p:txBody>
      </p:sp>
      <p:sp>
        <p:nvSpPr>
          <p:cNvPr id="9" name="Text 7"/>
          <p:cNvSpPr/>
          <p:nvPr/>
        </p:nvSpPr>
        <p:spPr>
          <a:xfrm>
            <a:off x="713232" y="1737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Redemption City Navigator combines offline-first place discovery, internal route guidance, chalets, vendors, Sunday Shuttle and doorstep delivery in one mobile experience.</a:t>
            </a:r>
          </a:p>
        </p:txBody>
      </p:sp>
      <p:sp>
        <p:nvSpPr>
          <p:cNvPr id="10" name="Shape 8"/>
          <p:cNvSpPr/>
          <p:nvPr/>
        </p:nvSpPr>
        <p:spPr>
          <a:xfrm>
            <a:off x="4892040" y="2578608"/>
            <a:ext cx="2286000" cy="2286000"/>
          </a:xfrm>
          <a:prstGeom prst="ellipse">
            <a:avLst/>
          </a:prstGeom>
          <a:solidFill>
            <a:srgbClr val="063F2B"/>
          </a:solidFill>
          <a:ln w="254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532120" y="3246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RCN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035040" y="3703320"/>
            <a:ext cx="-3291840" cy="-96012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035040" y="3703320"/>
            <a:ext cx="3063240" cy="-96012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5040" y="3703320"/>
            <a:ext cx="-3246120" cy="201168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35040" y="3703320"/>
            <a:ext cx="3063240" cy="201168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35040" y="3703320"/>
            <a:ext cx="-457200" cy="256032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828800" y="182880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993392" y="19293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093976" y="20391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20482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Navigate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83880" y="182880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348472" y="19293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6B73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49056" y="20391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73C"/>
                </a:solidFill>
              </a:rPr>
              <a:t>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20482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Chalets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874520" y="480060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039112" y="49011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139696" y="50109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50200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Market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83880" y="480060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348472" y="49011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6B73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449056" y="50109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73C"/>
                </a:solidFill>
              </a:rPr>
              <a:t>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0" y="50200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Delivery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534924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828032" y="544982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28616" y="55595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55686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Sunday Shuttle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" y="54406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One app turns scattered location information into a usable service layer for the entire camp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PRODUCT EXPERIENCE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From “where is it?” to “I know where to go.”</a:t>
            </a:r>
          </a:p>
        </p:txBody>
      </p:sp>
      <p:sp>
        <p:nvSpPr>
          <p:cNvPr id="9" name="Text 7"/>
          <p:cNvSpPr/>
          <p:nvPr/>
        </p:nvSpPr>
        <p:spPr>
          <a:xfrm>
            <a:off x="713232" y="16916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The product keeps the experience direct: search, route, discover, order and move.</a:t>
            </a:r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1498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E6D0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1498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Find roads, churches, chalets, landmarks and services with offline-first data.</a:t>
            </a:r>
          </a:p>
        </p:txBody>
      </p:sp>
      <p:sp>
        <p:nvSpPr>
          <p:cNvPr id="14" name="Shape 12"/>
          <p:cNvSpPr/>
          <p:nvPr/>
        </p:nvSpPr>
        <p:spPr>
          <a:xfrm>
            <a:off x="2624328" y="3438144"/>
            <a:ext cx="438912" cy="0"/>
          </a:xfrm>
          <a:prstGeom prst="line">
            <a:avLst/>
          </a:prstGeom>
          <a:noFill/>
          <a:ln w="16510">
            <a:solidFill>
              <a:srgbClr val="13E6D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10896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5526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983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526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Route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5526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Display internal route guidance to selected destinations inside camp.</a:t>
            </a:r>
          </a:p>
        </p:txBody>
      </p:sp>
      <p:sp>
        <p:nvSpPr>
          <p:cNvPr id="19" name="Shape 17"/>
          <p:cNvSpPr/>
          <p:nvPr/>
        </p:nvSpPr>
        <p:spPr>
          <a:xfrm>
            <a:off x="4864608" y="3438144"/>
            <a:ext cx="438912" cy="0"/>
          </a:xfrm>
          <a:prstGeom prst="line">
            <a:avLst/>
          </a:prstGeom>
          <a:noFill/>
          <a:ln w="16510">
            <a:solidFill>
              <a:srgbClr val="13E6D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34924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9554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983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9554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Stay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9554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Discover chalet areas and location context before moving.</a:t>
            </a:r>
          </a:p>
        </p:txBody>
      </p:sp>
      <p:sp>
        <p:nvSpPr>
          <p:cNvPr id="24" name="Shape 22"/>
          <p:cNvSpPr/>
          <p:nvPr/>
        </p:nvSpPr>
        <p:spPr>
          <a:xfrm>
            <a:off x="7104888" y="3438144"/>
            <a:ext cx="438912" cy="0"/>
          </a:xfrm>
          <a:prstGeom prst="line">
            <a:avLst/>
          </a:prstGeom>
          <a:noFill/>
          <a:ln w="16510">
            <a:solidFill>
              <a:srgbClr val="13E6D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58952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3582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983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3582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Buy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3582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Browse vendors, products and local services.</a:t>
            </a:r>
          </a:p>
        </p:txBody>
      </p:sp>
      <p:sp>
        <p:nvSpPr>
          <p:cNvPr id="29" name="Shape 27"/>
          <p:cNvSpPr/>
          <p:nvPr/>
        </p:nvSpPr>
        <p:spPr>
          <a:xfrm>
            <a:off x="9345168" y="3438144"/>
            <a:ext cx="438912" cy="0"/>
          </a:xfrm>
          <a:prstGeom prst="line">
            <a:avLst/>
          </a:prstGeom>
          <a:noFill/>
          <a:ln w="16510">
            <a:solidFill>
              <a:srgbClr val="13E6D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82980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97610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983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7610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Deliver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7610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Deliver orders to users through local riders, runners and helpers.</a:t>
            </a:r>
          </a:p>
        </p:txBody>
      </p:sp>
      <p:sp>
        <p:nvSpPr>
          <p:cNvPr id="34" name="Shape 32"/>
          <p:cNvSpPr/>
          <p:nvPr/>
        </p:nvSpPr>
        <p:spPr>
          <a:xfrm>
            <a:off x="868680" y="4828032"/>
            <a:ext cx="3063240" cy="347472"/>
          </a:xfrm>
          <a:prstGeom prst="roundRect">
            <a:avLst>
              <a:gd name="adj" fmla="val 21053"/>
            </a:avLst>
          </a:prstGeom>
          <a:solidFill>
            <a:srgbClr val="0E2A25"/>
          </a:solidFill>
          <a:ln w="12700">
            <a:solidFill>
              <a:srgbClr val="0E2A2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78408" y="4914900"/>
            <a:ext cx="2843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E6D0"/>
                </a:solidFill>
              </a:rPr>
              <a:t>DESIGNED FOR MOBILE-FIRST CAMP USAGE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877824" y="5376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The interface is intentionally simple so users can open the app and act immediately inside camp.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CORE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229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The product is useful beyond navigation because it connects movement, stay, commerce and delivery.</a:t>
            </a:r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05840" y="21854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06424" y="2295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2130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Offline 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Places, aliases, roads and landmarks are searchable with offline-first local records.</a:t>
            </a:r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92240" y="21854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92824" y="2295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2130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Internal Routes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Verified local route corridors guide users toward important points inside Redemption City.</a:t>
            </a:r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05840" y="40142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6B73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06424" y="41239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73C"/>
                </a:solidFill>
              </a:rPr>
              <a:t>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Market Hub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 multi-vendor marketplace brings camp products and services into one trusted directory.</a:t>
            </a:r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92240" y="40142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92824" y="41239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Chalets + Shuttle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Users can locate chalet areas and access Sunday Shuttle support from within the same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DELIVERY + LOCAL JOB CREATION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229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Local commerce becomes more useful when delivery is built into the experience.</a:t>
            </a:r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7543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When a user orders from a vendor, the delivery section supports doorstep fulfillment through local riders, runners and helpers. This gives vendors wider reach while creating practical earning opportunities for people inside Redemption City.</a:t>
            </a:r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Customer places order</a:t>
            </a:r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Select product or service from a vendor</a:t>
            </a:r>
          </a:p>
        </p:txBody>
      </p:sp>
      <p:sp>
        <p:nvSpPr>
          <p:cNvPr id="13" name="Shape 11"/>
          <p:cNvSpPr/>
          <p:nvPr/>
        </p:nvSpPr>
        <p:spPr>
          <a:xfrm>
            <a:off x="3072384" y="3319272"/>
            <a:ext cx="493776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11880" y="274320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9476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Vendor prepares order</a:t>
            </a:r>
          </a:p>
        </p:txBody>
      </p:sp>
      <p:sp>
        <p:nvSpPr>
          <p:cNvPr id="16" name="Text 14"/>
          <p:cNvSpPr/>
          <p:nvPr/>
        </p:nvSpPr>
        <p:spPr>
          <a:xfrm>
            <a:off x="379476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Order is accepted and packaged</a:t>
            </a:r>
          </a:p>
        </p:txBody>
      </p:sp>
      <p:sp>
        <p:nvSpPr>
          <p:cNvPr id="17" name="Shape 15"/>
          <p:cNvSpPr/>
          <p:nvPr/>
        </p:nvSpPr>
        <p:spPr>
          <a:xfrm>
            <a:off x="5861304" y="3319272"/>
            <a:ext cx="493776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0" y="274320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Local rider/runner assigned</a:t>
            </a:r>
          </a:p>
        </p:txBody>
      </p:sp>
      <p:sp>
        <p:nvSpPr>
          <p:cNvPr id="20" name="Text 18"/>
          <p:cNvSpPr/>
          <p:nvPr/>
        </p:nvSpPr>
        <p:spPr>
          <a:xfrm>
            <a:off x="658368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Pickup and delivery are tracked</a:t>
            </a:r>
          </a:p>
        </p:txBody>
      </p:sp>
      <p:sp>
        <p:nvSpPr>
          <p:cNvPr id="21" name="Shape 19"/>
          <p:cNvSpPr/>
          <p:nvPr/>
        </p:nvSpPr>
        <p:spPr>
          <a:xfrm>
            <a:off x="8650224" y="3319272"/>
            <a:ext cx="493776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89720" y="274320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7260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Doorstep delivery</a:t>
            </a:r>
          </a:p>
        </p:txBody>
      </p:sp>
      <p:sp>
        <p:nvSpPr>
          <p:cNvPr id="24" name="Text 22"/>
          <p:cNvSpPr/>
          <p:nvPr/>
        </p:nvSpPr>
        <p:spPr>
          <a:xfrm>
            <a:off x="937260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Customer receives order at location</a:t>
            </a:r>
          </a:p>
        </p:txBody>
      </p:sp>
      <p:sp>
        <p:nvSpPr>
          <p:cNvPr id="25" name="Text 23"/>
          <p:cNvSpPr/>
          <p:nvPr/>
        </p:nvSpPr>
        <p:spPr>
          <a:xfrm>
            <a:off x="868680" y="4892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New income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68680" y="5486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for local riders, runners and helpers</a:t>
            </a:r>
          </a:p>
        </p:txBody>
      </p:sp>
      <p:sp>
        <p:nvSpPr>
          <p:cNvPr id="27" name="Text 25"/>
          <p:cNvSpPr/>
          <p:nvPr/>
        </p:nvSpPr>
        <p:spPr>
          <a:xfrm>
            <a:off x="4297680" y="4892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Better reach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297680" y="5486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for vendors and service providers inside camp</a:t>
            </a:r>
          </a:p>
        </p:txBody>
      </p:sp>
      <p:sp>
        <p:nvSpPr>
          <p:cNvPr id="29" name="Text 27"/>
          <p:cNvSpPr/>
          <p:nvPr/>
        </p:nvSpPr>
        <p:spPr>
          <a:xfrm>
            <a:off x="7498080" y="4892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Safer orders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498080" y="5486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through structured order and delivery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SYSTEM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0467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The architecture is designed for real camp conditions: mobile-first, lightweight and offline-aware.</a:t>
            </a:r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183794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Mobile App</a:t>
            </a:r>
          </a:p>
        </p:txBody>
      </p:sp>
      <p:sp>
        <p:nvSpPr>
          <p:cNvPr id="11" name="Text 9"/>
          <p:cNvSpPr/>
          <p:nvPr/>
        </p:nvSpPr>
        <p:spPr>
          <a:xfrm>
            <a:off x="2788920" y="183794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Expo Router screens for search, maps, market, chalets and shuttle</a:t>
            </a:r>
          </a:p>
        </p:txBody>
      </p:sp>
      <p:sp>
        <p:nvSpPr>
          <p:cNvPr id="12" name="Shape 10"/>
          <p:cNvSpPr/>
          <p:nvPr/>
        </p:nvSpPr>
        <p:spPr>
          <a:xfrm>
            <a:off x="914400" y="246888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261518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Local Data Layer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88920" y="261518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Places, routes, vendors, chalets and local service records</a:t>
            </a:r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339242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Route Engine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88920" y="339242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Destination matching, route selection and distance estimates</a:t>
            </a:r>
          </a:p>
        </p:txBody>
      </p:sp>
      <p:sp>
        <p:nvSpPr>
          <p:cNvPr id="18" name="Shape 16"/>
          <p:cNvSpPr/>
          <p:nvPr/>
        </p:nvSpPr>
        <p:spPr>
          <a:xfrm>
            <a:off x="914400" y="402336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7280" y="41696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Service Modules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88920" y="416966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Market, delivery, Sunday Shuttle, feedback and orders</a:t>
            </a:r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49469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Cloud Expansion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88920" y="494690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Supabase/API, admin tools and vendor onboarding</a:t>
            </a:r>
          </a:p>
        </p:txBody>
      </p:sp>
      <p:sp>
        <p:nvSpPr>
          <p:cNvPr id="24" name="Text 22"/>
          <p:cNvSpPr/>
          <p:nvPr/>
        </p:nvSpPr>
        <p:spPr>
          <a:xfrm>
            <a:off x="914400" y="5623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The structure supports a working mobile MVP today and provides a clear path into a managed local-services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BUSINESS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 sustainable local-services model built around movement, commerce and fulfillment.</a:t>
            </a:r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2240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Vendor commission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Small commission on completed marketplace orders.</a:t>
            </a:r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37960" y="2240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Delivery fee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Transparent delivery fee that supports local riders and runners.</a:t>
            </a:r>
          </a:p>
        </p:txBody>
      </p:sp>
      <p:sp>
        <p:nvSpPr>
          <p:cNvPr id="15" name="Shape 13"/>
          <p:cNvSpPr/>
          <p:nvPr/>
        </p:nvSpPr>
        <p:spPr>
          <a:xfrm>
            <a:off x="868680" y="361188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Premium listings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178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Verified vendors and chalet operators can improve visibility.</a:t>
            </a:r>
          </a:p>
        </p:txBody>
      </p:sp>
      <p:sp>
        <p:nvSpPr>
          <p:cNvPr id="18" name="Shape 16"/>
          <p:cNvSpPr/>
          <p:nvPr/>
        </p:nvSpPr>
        <p:spPr>
          <a:xfrm>
            <a:off x="6309360" y="361188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37960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Institutional support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178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Partnerships with camp units, hospitality teams and service departments.</a:t>
            </a:r>
          </a:p>
        </p:txBody>
      </p:sp>
      <p:sp>
        <p:nvSpPr>
          <p:cNvPr id="21" name="Shape 19"/>
          <p:cNvSpPr/>
          <p:nvPr/>
        </p:nvSpPr>
        <p:spPr>
          <a:xfrm>
            <a:off x="868680" y="5303520"/>
            <a:ext cx="4251960" cy="347472"/>
          </a:xfrm>
          <a:prstGeom prst="roundRect">
            <a:avLst>
              <a:gd name="adj" fmla="val 21053"/>
            </a:avLst>
          </a:prstGeom>
          <a:solidFill>
            <a:srgbClr val="13E6D0"/>
          </a:solidFill>
          <a:ln w="12700">
            <a:solidFill>
              <a:srgbClr val="13E6D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78408" y="5390388"/>
            <a:ext cx="4032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LOCAL VALUE • PRACTICAL REVENUE • SCALABLE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4124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Better movement improves visitor experience, strengthens local commerce and creates work.</a:t>
            </a:r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69848" y="2267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Visitors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9848" y="2587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Find places faster and move with confidence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0" y="205740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73168" y="2267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Residents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2587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Access vendors, chalets, routes and delivery</a:t>
            </a:r>
          </a:p>
        </p:txBody>
      </p:sp>
      <p:sp>
        <p:nvSpPr>
          <p:cNvPr id="15" name="Shape 13"/>
          <p:cNvSpPr/>
          <p:nvPr/>
        </p:nvSpPr>
        <p:spPr>
          <a:xfrm>
            <a:off x="8275320" y="205740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76488" y="2267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Vendors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76488" y="2587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Gain visibility, orders and delivery reach</a:t>
            </a:r>
          </a:p>
        </p:txBody>
      </p:sp>
      <p:sp>
        <p:nvSpPr>
          <p:cNvPr id="18" name="Shape 16"/>
          <p:cNvSpPr/>
          <p:nvPr/>
        </p:nvSpPr>
        <p:spPr>
          <a:xfrm>
            <a:off x="2743200" y="397764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944368" y="4187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Youth / Riders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44368" y="45079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Earn through delivery, errands and support services</a:t>
            </a:r>
          </a:p>
        </p:txBody>
      </p:sp>
      <p:sp>
        <p:nvSpPr>
          <p:cNvPr id="21" name="Shape 19"/>
          <p:cNvSpPr/>
          <p:nvPr/>
        </p:nvSpPr>
        <p:spPr>
          <a:xfrm>
            <a:off x="6492240" y="397764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93408" y="4187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Organizers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93408" y="45079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Improve information flow, movement and service coordination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SUBMISSION EVIDENCE</a:t>
            </a:r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The submission is backed by working product evidence.</a:t>
            </a:r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The project includes a public GitHub repository, mobile prototype evidence, architecture documentation, GTM document, pitch deck and screenshots.</a:t>
            </a:r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GitHub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public repository with source code</a:t>
            </a:r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Expo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working mobile MVP demonstrated on device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Docs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0" y="3337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architecture and GTM documentation included</a:t>
            </a:r>
          </a:p>
        </p:txBody>
      </p:sp>
      <p:sp>
        <p:nvSpPr>
          <p:cNvPr id="16" name="Text 14"/>
          <p:cNvSpPr/>
          <p:nvPr/>
        </p:nvSpPr>
        <p:spPr>
          <a:xfrm>
            <a:off x="918972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Demo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89720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screen-recorded walkthrough and screenshots</a:t>
            </a:r>
          </a:p>
        </p:txBody>
      </p:sp>
      <p:sp>
        <p:nvSpPr>
          <p:cNvPr id="18" name="Shape 16"/>
          <p:cNvSpPr/>
          <p:nvPr/>
        </p:nvSpPr>
        <p:spPr>
          <a:xfrm>
            <a:off x="914400" y="4617720"/>
            <a:ext cx="9966960" cy="685800"/>
          </a:xfrm>
          <a:prstGeom prst="roundRect">
            <a:avLst>
              <a:gd name="adj" fmla="val 16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88720" y="486460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Repository: github.com/Supreme5050/redemption-city-navigator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ROADMAP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From working MVP to city-scale local services infrastructure.</a:t>
            </a:r>
          </a:p>
        </p:txBody>
      </p:sp>
      <p:sp>
        <p:nvSpPr>
          <p:cNvPr id="9" name="Shape 7"/>
          <p:cNvSpPr/>
          <p:nvPr/>
        </p:nvSpPr>
        <p:spPr>
          <a:xfrm>
            <a:off x="868680" y="2560320"/>
            <a:ext cx="2240280" cy="1645920"/>
          </a:xfrm>
          <a:prstGeom prst="roundRect">
            <a:avLst>
              <a:gd name="adj" fmla="val 6667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246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Mobile MVP, offline data, local service modules and demo-ready screens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0" y="2560320"/>
            <a:ext cx="2240280" cy="1645920"/>
          </a:xfrm>
          <a:prstGeom prst="roundRect">
            <a:avLst>
              <a:gd name="adj" fmla="val 6667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4048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Next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3246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Route calibration, verified vendor onboarding and delivery operations</a:t>
            </a:r>
          </a:p>
        </p:txBody>
      </p:sp>
      <p:sp>
        <p:nvSpPr>
          <p:cNvPr id="15" name="Shape 13"/>
          <p:cNvSpPr/>
          <p:nvPr/>
        </p:nvSpPr>
        <p:spPr>
          <a:xfrm>
            <a:off x="6446520" y="2560320"/>
            <a:ext cx="2240280" cy="1645920"/>
          </a:xfrm>
          <a:prstGeom prst="roundRect">
            <a:avLst>
              <a:gd name="adj" fmla="val 6667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2940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Scale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3246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Admin dashboard, live service data, wallet/escrow and analytics</a:t>
            </a:r>
          </a:p>
        </p:txBody>
      </p:sp>
      <p:sp>
        <p:nvSpPr>
          <p:cNvPr id="18" name="Shape 16"/>
          <p:cNvSpPr/>
          <p:nvPr/>
        </p:nvSpPr>
        <p:spPr>
          <a:xfrm>
            <a:off x="9235440" y="2560320"/>
            <a:ext cx="2240280" cy="1645920"/>
          </a:xfrm>
          <a:prstGeom prst="roundRect">
            <a:avLst>
              <a:gd name="adj" fmla="val 6667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1832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Extend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0" y="3246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AR guidance, AI assistant and integrations with official departments</a:t>
            </a:r>
          </a:p>
        </p:txBody>
      </p:sp>
      <p:sp>
        <p:nvSpPr>
          <p:cNvPr id="21" name="Shape 19"/>
          <p:cNvSpPr/>
          <p:nvPr/>
        </p:nvSpPr>
        <p:spPr>
          <a:xfrm>
            <a:off x="1188720" y="4937760"/>
            <a:ext cx="9326880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53492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The product starts with navigation and grows into a trusted local-services platform for Redemption 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71323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3E6D0"/>
          </a:solidFill>
          <a:ln w="12700">
            <a:solidFill>
              <a:srgbClr val="13E6D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8001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READY FOR REVIEW</a:t>
            </a:r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5FFFC"/>
                </a:solidFill>
              </a:rPr>
              <a:t>Redemption City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FFC"/>
                </a:solidFill>
              </a:rPr>
              <a:t>Navigator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 practical mobile platform helping people find places, access services, order locally and move with confidence inside Redemption City.</a:t>
            </a:r>
          </a:p>
        </p:txBody>
      </p:sp>
      <p:sp>
        <p:nvSpPr>
          <p:cNvPr id="11" name="Shape 9"/>
          <p:cNvSpPr/>
          <p:nvPr/>
        </p:nvSpPr>
        <p:spPr>
          <a:xfrm>
            <a:off x="6720840" y="1188720"/>
            <a:ext cx="4343400" cy="3429000"/>
          </a:xfrm>
          <a:prstGeom prst="roundRect">
            <a:avLst>
              <a:gd name="adj" fmla="val 32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08660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FFC"/>
                </a:solidFill>
              </a:rPr>
              <a:t>Submission assets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114032" y="2084832"/>
            <a:ext cx="32918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• Architecture / Design PDF</a:t>
            </a:r>
          </a:p>
          <a:p>
            <a:r>
              <a:t>• Business Design / GTM PDF</a:t>
            </a:r>
          </a:p>
          <a:p>
            <a:r>
              <a:t>• Pitch Deck PDF</a:t>
            </a:r>
          </a:p>
          <a:p>
            <a:r>
              <a:t>• GitHub repository</a:t>
            </a:r>
          </a:p>
          <a:p>
            <a:r>
              <a:t>• Demo video and screenshots</a:t>
            </a:r>
          </a:p>
        </p:txBody>
      </p:sp>
      <p:sp>
        <p:nvSpPr>
          <p:cNvPr id="14" name="Text 12"/>
          <p:cNvSpPr/>
          <p:nvPr/>
        </p:nvSpPr>
        <p:spPr>
          <a:xfrm>
            <a:off x="7114032" y="40690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Team Lead: Priest Samuel</a:t>
            </a:r>
          </a:p>
        </p:txBody>
      </p:sp>
      <p:sp>
        <p:nvSpPr>
          <p:cNvPr id="15" name="Text 13"/>
          <p:cNvSpPr/>
          <p:nvPr/>
        </p:nvSpPr>
        <p:spPr>
          <a:xfrm>
            <a:off x="7114032" y="437083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GitHub: Supreme5050/redemption-city-navigator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TOP 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Redemption City Navigator - Pitch Deck</dc:title>
  <dc:subject>Redemption City Navigator Pitch Deck</dc:subject>
  <dc:creator>TOP G</dc:creator>
  <cp:lastModifiedBy>TOP G</cp:lastModifiedBy>
  <cp:revision>1</cp:revision>
  <dcterms:created xsi:type="dcterms:W3CDTF">2026-06-20T01:13:44Z</dcterms:created>
  <dcterms:modified xsi:type="dcterms:W3CDTF">2026-06-20T01:13:44Z</dcterms:modified>
</cp:coreProperties>
</file>